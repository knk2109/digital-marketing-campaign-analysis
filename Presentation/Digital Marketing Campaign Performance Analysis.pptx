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7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7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94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83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19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66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80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1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3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00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49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1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3860A-AC73-48A2-A270-C2BD068F5F7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CF1059F-2CD6-4E6B-94C7-CB81B4E490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31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CC41-641E-9A72-1C28-F5DB5F554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i="0" u="none" strike="noStrike" dirty="0">
                <a:solidFill>
                  <a:srgbClr val="000000"/>
                </a:solidFill>
                <a:effectLst/>
              </a:rPr>
              <a:t>Data-Driven Insights for Digital Marketing Campaigns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558F5-3E7E-74EE-9225-F2AA92061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Project created by: Karthik N</a:t>
            </a:r>
          </a:p>
          <a:p>
            <a:r>
              <a:rPr lang="en-US" dirty="0"/>
              <a:t>Date Created: 27-May-2026</a:t>
            </a:r>
          </a:p>
          <a:p>
            <a:r>
              <a:rPr lang="en-US" dirty="0"/>
              <a:t>Batch: </a:t>
            </a:r>
            <a:r>
              <a:rPr lang="en-US" b="0" i="0" dirty="0">
                <a:solidFill>
                  <a:srgbClr val="1F252D"/>
                </a:solidFill>
                <a:effectLst/>
                <a:latin typeface="Wanted Sans Variable"/>
              </a:rPr>
              <a:t>BMAI-C-WD-E-B33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15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670A-B51D-238F-BC54-8E3F1F16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A9FE-B18A-6D01-5A8F-A21A5CDA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marketing performance data to identify key performance metrics like revenue drivers, audience segments, and optimization opportunities and making data-driven decisions to improve client ROI and enhance overall campaign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96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73D30-CF87-F7E7-6F85-3C1A664E5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Modelling -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39C49-D93B-8719-0BE6-BF332A06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853753"/>
            <a:ext cx="3783031" cy="2479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5F276F-FF88-7A62-CFB0-ED11E7631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610" y="1853753"/>
            <a:ext cx="3532920" cy="2479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F8D7A-459D-8953-B70E-86A46A626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79" y="4333460"/>
            <a:ext cx="7315951" cy="1720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5F6DD6-4D8C-F509-1CAE-320C82A80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530" y="1853752"/>
            <a:ext cx="2287324" cy="41997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EA16A1-212F-CCC7-13CF-08B3B1D3E9ED}"/>
              </a:ext>
            </a:extLst>
          </p:cNvPr>
          <p:cNvSpPr txBox="1"/>
          <p:nvPr/>
        </p:nvSpPr>
        <p:spPr>
          <a:xfrm>
            <a:off x="5499652" y="871936"/>
            <a:ext cx="5555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Galaxy Schema</a:t>
            </a:r>
          </a:p>
          <a:p>
            <a:r>
              <a:rPr lang="en-US" sz="1600" dirty="0"/>
              <a:t>8 Fact Tables</a:t>
            </a:r>
          </a:p>
          <a:p>
            <a:r>
              <a:rPr lang="en-US" sz="1600" dirty="0"/>
              <a:t>7 Dimension Tables</a:t>
            </a:r>
          </a:p>
        </p:txBody>
      </p:sp>
    </p:spTree>
    <p:extLst>
      <p:ext uri="{BB962C8B-B14F-4D97-AF65-F5344CB8AC3E}">
        <p14:creationId xmlns:p14="http://schemas.microsoft.com/office/powerpoint/2010/main" val="15800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DCAB-28F2-B9FD-116E-01DC85A0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67342-3491-CF77-D41F-B003C50C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853754"/>
            <a:ext cx="9603275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9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0311-2944-8486-DE55-DED2FD7A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88DBC-00D8-67F1-521A-F2FD82C42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853754"/>
            <a:ext cx="9603275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0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BA1F-3E22-1331-ABC2-00BF084C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 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491F8-FF67-1A84-7C99-18088FC3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853754"/>
            <a:ext cx="9603275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1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423F-D649-0710-5545-1A8871A6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SEGMENTATION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99694-771D-C78F-149D-8EB900453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8" y="1853754"/>
            <a:ext cx="9603275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37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74A3-0E61-493A-5CAD-45855B75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GEOGRAPHY &amp; LANDING PAGE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EF294-DFEA-F6E3-DB5A-DA173EC04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16125"/>
            <a:ext cx="9603275" cy="4037356"/>
          </a:xfrm>
        </p:spPr>
      </p:pic>
    </p:spTree>
    <p:extLst>
      <p:ext uri="{BB962C8B-B14F-4D97-AF65-F5344CB8AC3E}">
        <p14:creationId xmlns:p14="http://schemas.microsoft.com/office/powerpoint/2010/main" val="34588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9009-56E5-0E1A-7A0A-9826418D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KEY INSIGHTS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0366C9F-DFB8-7E86-49FF-94942BFF8F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20868"/>
            <a:ext cx="9958543" cy="321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Organic Search generated the highest revenue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$2.81K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contributed over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55% of total revenue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Campaigns achieved a strong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ROI of 684%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ROAS of 7.84x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Paid Search delivered the highest return on ad spend among paid channels.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campaign generated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46K impressions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15K conversions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strong audience engagement.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and profitability were concentrated in a few high-performing channels. </a:t>
            </a:r>
          </a:p>
        </p:txBody>
      </p:sp>
    </p:spTree>
    <p:extLst>
      <p:ext uri="{BB962C8B-B14F-4D97-AF65-F5344CB8AC3E}">
        <p14:creationId xmlns:p14="http://schemas.microsoft.com/office/powerpoint/2010/main" val="2911103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1282-F468-BB90-3857-047E70E1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87E46E-579A-2A02-F8FE-46C8B6E059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8623" y="1974755"/>
            <a:ext cx="9309186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investment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Organic 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sustain revenue growth.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high-ROAS Paid Search campaigns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maximize returns.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or reduce spending on underperforming channels.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landing pages and conversion funnels to increase conversion rates.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ROI, ROAS, CTR, CPC, and Conversion Rate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primary campaign success metrics. </a:t>
            </a:r>
          </a:p>
        </p:txBody>
      </p:sp>
    </p:spTree>
    <p:extLst>
      <p:ext uri="{BB962C8B-B14F-4D97-AF65-F5344CB8AC3E}">
        <p14:creationId xmlns:p14="http://schemas.microsoft.com/office/powerpoint/2010/main" val="331829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6B4C-3E38-908A-9E78-B929A9B8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D0C89-FA0F-4ABF-4474-98545F13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campaign delivered strong marketing performance, generating </a:t>
            </a:r>
            <a:r>
              <a:rPr lang="en-US" sz="2000" b="1" dirty="0"/>
              <a:t>$5.07K revenue</a:t>
            </a:r>
            <a:r>
              <a:rPr lang="en-US" sz="2000" dirty="0"/>
              <a:t> from </a:t>
            </a:r>
            <a:r>
              <a:rPr lang="en-US" sz="2000" b="1" dirty="0"/>
              <a:t>$646 spend</a:t>
            </a:r>
            <a:r>
              <a:rPr lang="en-US" sz="2000" dirty="0"/>
              <a:t>, resulting in </a:t>
            </a:r>
            <a:r>
              <a:rPr lang="en-US" sz="2000" b="1" dirty="0"/>
              <a:t>684% ROI</a:t>
            </a:r>
            <a:r>
              <a:rPr lang="en-US" sz="2000" dirty="0"/>
              <a:t> and </a:t>
            </a:r>
            <a:r>
              <a:rPr lang="en-US" sz="2000" b="1" dirty="0"/>
              <a:t>7.84x ROAS</a:t>
            </a:r>
            <a:r>
              <a:rPr lang="en-US" sz="2000" dirty="0"/>
              <a:t>.</a:t>
            </a:r>
          </a:p>
          <a:p>
            <a:r>
              <a:rPr lang="en-US" sz="2000" dirty="0"/>
              <a:t>Organic Search emerged as the primary revenue driver, while Paid Search demonstrated strong efficiency. By focusing on high-performing channels and continuously optimizing campaign performance, the business can further improve marketing ROI and profitability.</a:t>
            </a:r>
          </a:p>
          <a:p>
            <a:r>
              <a:rPr lang="en-US" sz="2000" dirty="0"/>
              <a:t>Data-driven marketing decisions can significantly improve campaign efficiency, maximize returns on advertising spend, and drive sustainable business growth.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10949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587</TotalTime>
  <Words>292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Wanted Sans Variable</vt:lpstr>
      <vt:lpstr>Gallery</vt:lpstr>
      <vt:lpstr>Data-Driven Insights for Digital Marketing Campaigns</vt:lpstr>
      <vt:lpstr>PROJECT OBJECTIVE</vt:lpstr>
      <vt:lpstr>Data Modelling - </vt:lpstr>
      <vt:lpstr>Executive Dashboard</vt:lpstr>
      <vt:lpstr>Channel intelligence</vt:lpstr>
      <vt:lpstr>Audience INTELLIGENCE</vt:lpstr>
      <vt:lpstr>INTEREST SEGMENTATION</vt:lpstr>
      <vt:lpstr>GEOGRAPHY &amp; LANDING PAGE ANALYSIS</vt:lpstr>
      <vt:lpstr>FINAL KEY INSIGHTS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Campaign Performance Analysis</dc:title>
  <dc:creator>Karthik N</dc:creator>
  <cp:lastModifiedBy>Karthik N</cp:lastModifiedBy>
  <cp:revision>5</cp:revision>
  <dcterms:created xsi:type="dcterms:W3CDTF">2026-05-30T09:29:07Z</dcterms:created>
  <dcterms:modified xsi:type="dcterms:W3CDTF">2026-06-03T07:02:44Z</dcterms:modified>
</cp:coreProperties>
</file>